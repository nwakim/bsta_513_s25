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6327"/>
  </p:normalViewPr>
  <p:slideViewPr>
    <p:cSldViewPr snapToGrid="0">
      <p:cViewPr varScale="1">
        <p:scale>
          <a:sx n="124" d="100"/>
          <a:sy n="124" d="100"/>
        </p:scale>
        <p:origin x="4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y Wakim" userId="63a62853-8dd4-431b-8872-ecc2181a70d8" providerId="ADAL" clId="{F812CF46-67AF-0B48-AAB4-9769A50705C3}"/>
    <pc:docChg chg="modSld">
      <pc:chgData name="Nicky Wakim" userId="63a62853-8dd4-431b-8872-ecc2181a70d8" providerId="ADAL" clId="{F812CF46-67AF-0B48-AAB4-9769A50705C3}" dt="2025-04-28T18:29:28.114" v="11" actId="20577"/>
      <pc:docMkLst>
        <pc:docMk/>
      </pc:docMkLst>
      <pc:sldChg chg="modSp mod">
        <pc:chgData name="Nicky Wakim" userId="63a62853-8dd4-431b-8872-ecc2181a70d8" providerId="ADAL" clId="{F812CF46-67AF-0B48-AAB4-9769A50705C3}" dt="2025-04-28T18:29:28.114" v="11" actId="20577"/>
        <pc:sldMkLst>
          <pc:docMk/>
          <pc:sldMk cId="580906979" sldId="257"/>
        </pc:sldMkLst>
        <pc:spChg chg="mod">
          <ac:chgData name="Nicky Wakim" userId="63a62853-8dd4-431b-8872-ecc2181a70d8" providerId="ADAL" clId="{F812CF46-67AF-0B48-AAB4-9769A50705C3}" dt="2025-04-28T18:29:28.114" v="11" actId="20577"/>
          <ac:spMkLst>
            <pc:docMk/>
            <pc:sldMk cId="580906979" sldId="257"/>
            <ac:spMk id="14" creationId="{A9F6C46B-A499-41AF-3260-EB2A26A815E8}"/>
          </ac:spMkLst>
        </pc:spChg>
      </pc:sldChg>
    </pc:docChg>
  </pc:docChgLst>
  <pc:docChgLst>
    <pc:chgData name="Nicky Wakim" userId="63a62853-8dd4-431b-8872-ecc2181a70d8" providerId="ADAL" clId="{86469A8E-1624-F040-AF04-2E24059B16B6}"/>
    <pc:docChg chg="modSld">
      <pc:chgData name="Nicky Wakim" userId="63a62853-8dd4-431b-8872-ecc2181a70d8" providerId="ADAL" clId="{86469A8E-1624-F040-AF04-2E24059B16B6}" dt="2024-05-07T16:07:52.575" v="6" actId="208"/>
      <pc:docMkLst>
        <pc:docMk/>
      </pc:docMkLst>
      <pc:sldChg chg="modSp">
        <pc:chgData name="Nicky Wakim" userId="63a62853-8dd4-431b-8872-ecc2181a70d8" providerId="ADAL" clId="{86469A8E-1624-F040-AF04-2E24059B16B6}" dt="2024-05-07T16:07:15.528" v="0"/>
        <pc:sldMkLst>
          <pc:docMk/>
          <pc:sldMk cId="3116679428" sldId="256"/>
        </pc:sldMkLst>
      </pc:sldChg>
      <pc:sldChg chg="modSp mod">
        <pc:chgData name="Nicky Wakim" userId="63a62853-8dd4-431b-8872-ecc2181a70d8" providerId="ADAL" clId="{86469A8E-1624-F040-AF04-2E24059B16B6}" dt="2024-05-07T16:07:52.575" v="6" actId="208"/>
        <pc:sldMkLst>
          <pc:docMk/>
          <pc:sldMk cId="580906979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28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89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78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22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09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06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07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1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47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4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069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044D1-5B3B-1B4A-A37D-02C823E2920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2BB01-B624-E848-B8F2-E9B3D2D4C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87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9EB6-2195-916B-271C-7D10CE4808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E9187B-B29F-1A75-FB13-E7D07F0E8A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679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A89FDBA9-5E83-AB14-4057-4CAF0FA1BF95}"/>
              </a:ext>
            </a:extLst>
          </p:cNvPr>
          <p:cNvGrpSpPr/>
          <p:nvPr/>
        </p:nvGrpSpPr>
        <p:grpSpPr>
          <a:xfrm>
            <a:off x="1181099" y="1639247"/>
            <a:ext cx="9829799" cy="3052496"/>
            <a:chOff x="1181099" y="1639247"/>
            <a:chExt cx="9829799" cy="3052496"/>
          </a:xfrm>
        </p:grpSpPr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D8F073F9-6127-B75E-CEB1-E4EE62F71E7D}"/>
                </a:ext>
              </a:extLst>
            </p:cNvPr>
            <p:cNvSpPr/>
            <p:nvPr/>
          </p:nvSpPr>
          <p:spPr>
            <a:xfrm>
              <a:off x="1181099" y="3624943"/>
              <a:ext cx="3276599" cy="1066800"/>
            </a:xfrm>
            <a:prstGeom prst="roundRect">
              <a:avLst/>
            </a:prstGeom>
            <a:solidFill>
              <a:schemeClr val="accent4">
                <a:alpha val="71765"/>
              </a:schemeClr>
            </a:solidFill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Variable of interest (X)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AD138EE6-FBE4-4AC3-60DF-0CEDAFBBB1E4}"/>
                </a:ext>
              </a:extLst>
            </p:cNvPr>
            <p:cNvSpPr/>
            <p:nvPr/>
          </p:nvSpPr>
          <p:spPr>
            <a:xfrm>
              <a:off x="7734298" y="3618229"/>
              <a:ext cx="3276600" cy="1066800"/>
            </a:xfrm>
            <a:prstGeom prst="roundRect">
              <a:avLst/>
            </a:prstGeom>
            <a:solidFill>
              <a:schemeClr val="accent6">
                <a:alpha val="74902"/>
              </a:schemeClr>
            </a:solidFill>
            <a:ln w="571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Outcome (Y)</a:t>
              </a: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9F6C46B-A499-41AF-3260-EB2A26A815E8}"/>
                </a:ext>
              </a:extLst>
            </p:cNvPr>
            <p:cNvSpPr/>
            <p:nvPr/>
          </p:nvSpPr>
          <p:spPr>
            <a:xfrm>
              <a:off x="4457699" y="1639247"/>
              <a:ext cx="3276600" cy="1066800"/>
            </a:xfrm>
            <a:prstGeom prst="roundRect">
              <a:avLst/>
            </a:prstGeom>
            <a:solidFill>
              <a:schemeClr val="accent2">
                <a:alpha val="72941"/>
              </a:schemeClr>
            </a:solidFill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Potential confounder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7178C27-8518-5A0D-F46A-16B03B380158}"/>
                </a:ext>
              </a:extLst>
            </p:cNvPr>
            <p:cNvGrpSpPr/>
            <p:nvPr/>
          </p:nvGrpSpPr>
          <p:grpSpPr>
            <a:xfrm>
              <a:off x="2638109" y="2191224"/>
              <a:ext cx="6918291" cy="1967119"/>
              <a:chOff x="2638109" y="4128881"/>
              <a:chExt cx="6918291" cy="1967119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11C6E57-E7BC-A30C-243B-D5A19EA130A3}"/>
                  </a:ext>
                </a:extLst>
              </p:cNvPr>
              <p:cNvGrpSpPr/>
              <p:nvPr/>
            </p:nvGrpSpPr>
            <p:grpSpPr>
              <a:xfrm>
                <a:off x="2638109" y="4128881"/>
                <a:ext cx="6918291" cy="1967119"/>
                <a:chOff x="2638109" y="2457202"/>
                <a:chExt cx="6918291" cy="1967119"/>
              </a:xfrm>
            </p:grpSpPr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0258F047-792D-F242-1203-405490A2DF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57700" y="4424321"/>
                  <a:ext cx="3276600" cy="0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200E2A64-40FD-AAB8-E21F-794FD261F6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819400" y="2457202"/>
                  <a:ext cx="1638300" cy="1433719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9F6EABDE-C302-C644-9627-B8A50E93BF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7734300" y="2457202"/>
                  <a:ext cx="1638300" cy="1433719"/>
                </a:xfrm>
                <a:prstGeom prst="straightConnector1">
                  <a:avLst/>
                </a:prstGeom>
                <a:ln w="57150"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AAD9DBE-CE9F-64CD-3EDA-CBCDFFC75874}"/>
                    </a:ext>
                  </a:extLst>
                </p:cNvPr>
                <p:cNvSpPr txBox="1"/>
                <p:nvPr/>
              </p:nvSpPr>
              <p:spPr>
                <a:xfrm rot="19060018">
                  <a:off x="2638109" y="2730876"/>
                  <a:ext cx="1752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Association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779E4227-A097-BAC6-FD56-4AD26879A387}"/>
                    </a:ext>
                  </a:extLst>
                </p:cNvPr>
                <p:cNvSpPr txBox="1"/>
                <p:nvPr/>
              </p:nvSpPr>
              <p:spPr>
                <a:xfrm rot="2519292">
                  <a:off x="7803800" y="2755568"/>
                  <a:ext cx="17526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Association</a:t>
                  </a:r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56A6B97-7130-5457-B967-7D0CECD43AD0}"/>
                  </a:ext>
                </a:extLst>
              </p:cNvPr>
              <p:cNvSpPr txBox="1"/>
              <p:nvPr/>
            </p:nvSpPr>
            <p:spPr>
              <a:xfrm>
                <a:off x="5219700" y="5634335"/>
                <a:ext cx="17526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Association?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80906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3241</TotalTime>
  <Words>16</Words>
  <Application>Microsoft Macintosh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Nicky Wakim</dc:creator>
  <cp:lastModifiedBy>Nicky Wakim</cp:lastModifiedBy>
  <cp:revision>1</cp:revision>
  <dcterms:created xsi:type="dcterms:W3CDTF">2024-02-13T01:21:31Z</dcterms:created>
  <dcterms:modified xsi:type="dcterms:W3CDTF">2025-04-28T18:29:32Z</dcterms:modified>
</cp:coreProperties>
</file>